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3"/>
  </p:normalViewPr>
  <p:slideViewPr>
    <p:cSldViewPr snapToGrid="0">
      <p:cViewPr varScale="1">
        <p:scale>
          <a:sx n="115" d="100"/>
          <a:sy n="115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16FE2-3523-DC86-EB4E-AB32890A6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7CE24-62D0-1964-BF49-69F92A980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AAE17-E5AB-F31E-18F7-FC879E365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6B108-2763-2148-E572-3B8BF9292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341F1-8EDD-531E-F668-3DD2C882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18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25CC-35DC-F3D3-0EC3-A8FA9219B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778B7-45F9-4E04-08D0-5AC9ED74B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E213C-F111-3E41-ABF6-66C6D3E1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6572-7C8B-CD17-731F-32F671475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C6D30-45CC-C69B-9268-30E357DE5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4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8D1E-4172-4C0A-F449-E757D34E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DD1A7-8A0C-2862-B8CA-4A7B50A07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A5C94-57DB-6D4F-5007-A5C3934FD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29875-6712-9C93-0CCC-4A547A496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6FB5A-A31D-F55F-E5FB-299BC8C8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13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9955-464F-6357-EA60-7A5BD18A5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E1650-2D22-E626-D06F-B6F4E5B57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85DD2-5274-E99E-939D-4C48DECEA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DEB3B-53E0-BCD8-4C87-7A285D782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E74BF-236F-7468-475D-2BA93EA9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09D57-8B49-AB41-3A9B-E3CB98E0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0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D0CF-8896-899C-EB51-BBD27868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592B0-E15E-2A17-950D-B62A362EA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82991-EAA2-0C42-7A04-3416FFC90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E54BA-35D3-E0DB-87A3-4E3B2A076B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98DC5F-7F4E-F690-275C-926603DEA2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4BD2-CCF5-EF4F-C90E-6406AEC4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85339-00AF-A264-3350-CD7484E1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DAF2-24EA-348F-F3CA-2C7EAEBC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79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6DA9-BBE7-A2DF-21ED-7AA96DB8C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A250F-6E0E-A411-A8B4-80D8248B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FF328-41E1-A1CA-AA27-4994C8EE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0C2A7-65FD-59A7-4B11-14673FC6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11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A6F98-AF6C-E898-ECF7-F6AADD9CF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B59976-BBB0-E738-9EDA-2516F2F4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F61A9-4B18-7F1F-B8A9-D8711EC9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2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8340-1830-A5C6-3835-3A7664A9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5ED31-D1A3-DEF7-02AA-865BD0300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2AB82-66F4-DF20-BDBA-53ED886C1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2EBAC-BC07-F0CB-96A4-803A692EB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96EC7-A054-0FA3-BD84-E6699116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B1210-D305-997A-FF8D-5ABE3F02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1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89DC-4214-4796-23CE-62FBDA72B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4613E-5E08-3DDC-1B4A-5813C41C1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8AD1B-2A81-2CBB-0101-A25D1B5FB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398FF-8018-583B-FE26-CC968F8B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AC385-1040-D81C-42E5-F70DBF1D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091D2-4D5E-31B5-F90A-04D336F37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88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76C0-4052-E563-B91A-2B1F32489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B51BE-3B85-82ED-3666-9EAE38B86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454AA-CC84-C287-0D47-8B6F2D9D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321B6-12C5-03CD-C37F-B8F9C002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8C95F-5756-5EE5-3DBF-27979B26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7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13511-ECC8-BADD-6158-9946D1F6D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27D9-FB3A-37A1-F380-83CB5A4D4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39CFF-0FB9-BA0B-E62F-6D41E8EA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856CF-8EA3-902C-2168-64C5C2E56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B5B47-7D07-8354-7488-46925937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08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F1D35C-3F9F-EBA6-BD1E-96265C3F8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1A3BF-24BC-8531-4596-BF298569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5034D-71C7-7E88-BDF2-07FF5241A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DCDC1-0DCF-9C40-9E06-B54F36FF3081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925F8-D9E3-DE6E-B4E6-8C31AC66A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CD759-8796-8CD0-C0E7-D1FA83105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29DAF-2981-5441-96FA-E4FE8058E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9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7C256C-29E9-C010-61FF-81D419E59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96" y="493062"/>
            <a:ext cx="10013795" cy="5871876"/>
          </a:xfrm>
          <a:prstGeom prst="rect">
            <a:avLst/>
          </a:prstGeom>
        </p:spPr>
      </p:pic>
      <p:sp>
        <p:nvSpPr>
          <p:cNvPr id="5" name="Line Callout 1 4">
            <a:extLst>
              <a:ext uri="{FF2B5EF4-FFF2-40B4-BE49-F238E27FC236}">
                <a16:creationId xmlns:a16="http://schemas.microsoft.com/office/drawing/2014/main" id="{B633290D-F49E-C98E-2EC7-82824F179643}"/>
              </a:ext>
            </a:extLst>
          </p:cNvPr>
          <p:cNvSpPr/>
          <p:nvPr/>
        </p:nvSpPr>
        <p:spPr>
          <a:xfrm>
            <a:off x="9255511" y="159729"/>
            <a:ext cx="2174488" cy="666665"/>
          </a:xfrm>
          <a:prstGeom prst="borderCallout1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F0000"/>
                </a:solidFill>
              </a:rPr>
              <a:t>Jaipal  San will share the ITEA document</a:t>
            </a:r>
          </a:p>
        </p:txBody>
      </p:sp>
    </p:spTree>
    <p:extLst>
      <p:ext uri="{BB962C8B-B14F-4D97-AF65-F5344CB8AC3E}">
        <p14:creationId xmlns:p14="http://schemas.microsoft.com/office/powerpoint/2010/main" val="121938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515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7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Sougata Bagchi</dc:creator>
  <cp:lastModifiedBy>Sougata Bagchi</cp:lastModifiedBy>
  <cp:revision>1</cp:revision>
  <dcterms:created xsi:type="dcterms:W3CDTF">2026-02-08T14:11:16Z</dcterms:created>
  <dcterms:modified xsi:type="dcterms:W3CDTF">2026-02-08T15:47:46Z</dcterms:modified>
</cp:coreProperties>
</file>