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 snapToGrid="0">
      <p:cViewPr varScale="1">
        <p:scale>
          <a:sx n="115" d="100"/>
          <a:sy n="115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131A-6EA9-6CBA-0EE9-7F0E2C78C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2AC8E-7785-4477-6E96-3E9C974E2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9F7A2-A181-669C-1CA9-DFB5B4FC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5F2FF-D4EE-D8F2-6AA1-77521D26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0AFF-218F-893D-3DAF-A5D77A2A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6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DA61-A8DC-2C0D-8576-3E6D8E4D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D14D7-96A0-2522-C847-4602E9B54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14B56-CFC0-7B18-69D3-1FBB9084F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5779A-CFF8-D8DA-5F48-08FC4175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1A3EC-AE67-28D3-8BCA-2680D839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7035-8B1F-9027-73A3-D8AFA9EB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0E38E-B196-46F0-53F9-19B7A273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FED48-D984-888E-3B75-ACB8D659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1D1BE-B577-C2EB-5CE9-9AF8CE45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7BEFB-8879-F2CA-9AEC-3FBEC3F6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1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3A71-5089-2794-657F-BA6BF540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F3AB5-4367-AC68-A2E1-4372D47B1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8F96A-AAAD-27D3-529F-5E2BE5355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8818-9509-8422-FB47-66B20A3A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303C4-DEBD-E7FC-5B2A-6533F9E8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B89AF-3F71-2DF9-818B-888CFFDC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4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258A-0B01-9F42-ACD1-DF9715CF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82CFA-E1D4-93CF-6C2E-FC1FC5F2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F10A3-A095-0974-CC38-96EED1B3F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590DF-A8DE-85CD-5D12-2A7DE3147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5AFF2-DC67-A86C-0D34-60AC64E7D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C90C7-03D2-E6C4-D105-0BA4590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AA5F3-CFE6-30D0-293F-3D22090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F77D7-0622-5E45-3F2C-9030F223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0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02D2-1DE5-5E49-736F-4E77B027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99E9F-204A-1708-FBFB-60BF5DE7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E950B-A222-ABD9-100F-80189E48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1B80F-46C6-0C4B-FCFC-2440937D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3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D3B66-17A8-7581-24B3-9BCEB24B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62E80-26B7-2CBC-DE0D-A5E0A57F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FFD6B-DDAE-E60C-9A90-9F44ED58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7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C9110-036D-B65E-F0D3-F107F73D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8F47-1C76-596E-4157-A8EFD18D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77C6A-CE85-2061-1ABF-F34783C41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47CD-C8FD-E976-7141-FD300C64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1E291-CF1E-D5F4-65FF-49247E2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20FB8-A126-EFF3-B5DF-1AFC124A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8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F0408-29D4-39B1-0C1B-4DEE036B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5DB51-7FD1-9067-1382-2B4B9AEB1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3B223-2034-85DD-9FC0-095B1818D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772F6-B3D2-8DA2-5C07-076E10E7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8479F-73E6-6438-2CE8-E1937D02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9F021-50B1-283F-E245-06D96B3D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6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1FBD-FB75-537F-85CA-AEFB1A84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92FAF-2538-8F82-E5A5-3D895C12B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51E7-0A1F-9F62-30B4-22F0F4F8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2BE66-5D39-B8AE-E0B4-7CA48BFB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80A7E-1258-1551-A303-47FF30CE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5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3B607-A6DA-CBF8-CD5A-836404A45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82A96-6EA1-5001-A3F3-FD7AF981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AF135-C263-A17A-48FC-B4106408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29B71-DE34-CA01-C2AC-9262B418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FC02B-F9B4-6F64-4216-C980F343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6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F11C3-5720-6530-9DBE-B9151F22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6508F-9805-71CB-1C33-ED71D67A8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A4EB2-D65A-00A0-7164-3B9AC7379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F34CF-ED62-6445-B5D1-05A9A2F7CDC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0A60-F995-BF7E-48C8-0B6BD660B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2021-CF3E-85B3-D251-E151DD4D9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2508E-F0AB-F34D-B33F-24F290789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5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9EF0F7-D51A-8832-C06E-A266C60393B7}"/>
              </a:ext>
            </a:extLst>
          </p:cNvPr>
          <p:cNvSpPr txBox="1"/>
          <p:nvPr/>
        </p:nvSpPr>
        <p:spPr>
          <a:xfrm>
            <a:off x="648629" y="1667987"/>
            <a:ext cx="609600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Domains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Subdomains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Bounded contexts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Microservices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Orchestrators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 screens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Event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Security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Infra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9CB08E-64BE-CDC0-E69B-996F6F96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629" y="342424"/>
            <a:ext cx="10515600" cy="1325563"/>
          </a:xfrm>
        </p:spPr>
        <p:txBody>
          <a:bodyPr/>
          <a:lstStyle/>
          <a:p>
            <a:r>
              <a:rPr lang="en-US" dirty="0"/>
              <a:t>Technical 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21169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38FDE8-C018-37A0-F7A0-90DA1D90E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37412"/>
              </p:ext>
            </p:extLst>
          </p:nvPr>
        </p:nvGraphicFramePr>
        <p:xfrm>
          <a:off x="426618" y="1773888"/>
          <a:ext cx="10515600" cy="292608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2338885">
                  <a:extLst>
                    <a:ext uri="{9D8B030D-6E8A-4147-A177-3AD203B41FA5}">
                      <a16:colId xmlns:a16="http://schemas.microsoft.com/office/drawing/2014/main" val="982197472"/>
                    </a:ext>
                  </a:extLst>
                </a:gridCol>
                <a:gridCol w="8176715">
                  <a:extLst>
                    <a:ext uri="{9D8B030D-6E8A-4147-A177-3AD203B41FA5}">
                      <a16:colId xmlns:a16="http://schemas.microsoft.com/office/drawing/2014/main" val="3755167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Artifact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Reason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4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Capability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Domains &amp; subdomains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710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Journeys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Orchestrators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3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Role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65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Workflow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543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Ownership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Bounded contexts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39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mesh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412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NFRs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Infra &amp;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82013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846907A-1DDE-2E18-E920-1A9CFC22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80" y="144128"/>
            <a:ext cx="10515600" cy="1325563"/>
          </a:xfrm>
        </p:spPr>
        <p:txBody>
          <a:bodyPr/>
          <a:lstStyle/>
          <a:p>
            <a:r>
              <a:rPr lang="en-US" dirty="0"/>
              <a:t>Artifacts requirements</a:t>
            </a:r>
          </a:p>
        </p:txBody>
      </p:sp>
    </p:spTree>
    <p:extLst>
      <p:ext uri="{BB962C8B-B14F-4D97-AF65-F5344CB8AC3E}">
        <p14:creationId xmlns:p14="http://schemas.microsoft.com/office/powerpoint/2010/main" val="3393321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E9AE6-7C86-B95D-2EF0-423F849A4497}"/>
              </a:ext>
            </a:extLst>
          </p:cNvPr>
          <p:cNvSpPr txBox="1"/>
          <p:nvPr/>
        </p:nvSpPr>
        <p:spPr>
          <a:xfrm>
            <a:off x="563137" y="1260160"/>
            <a:ext cx="93949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1. Business Capability Map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2. End-to-End Business Journeys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journey need to have: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Decisions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3. Role for RBAC</a:t>
            </a:r>
          </a:p>
          <a:p>
            <a:pPr>
              <a:buNone/>
            </a:pPr>
            <a:r>
              <a:rPr lang="en-IN" dirty="0"/>
              <a:t>4. Business Rules Catalogue</a:t>
            </a:r>
          </a:p>
          <a:p>
            <a:pPr>
              <a:buNone/>
            </a:pP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Orchestrators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Policy engines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Validation layers</a:t>
            </a:r>
          </a:p>
          <a:p>
            <a:pPr lvl="1"/>
            <a:endParaRPr lang="en-IN" dirty="0"/>
          </a:p>
          <a:p>
            <a:r>
              <a:rPr lang="en-IN" dirty="0"/>
              <a:t>5. Master Data Ownership</a:t>
            </a:r>
          </a:p>
          <a:p>
            <a:r>
              <a:rPr lang="en-IN" dirty="0"/>
              <a:t>6. Integration Landscape</a:t>
            </a:r>
          </a:p>
          <a:p>
            <a:r>
              <a:rPr lang="en-IN" dirty="0"/>
              <a:t>7. Non-Functional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56E6D1-72FB-951A-470B-E7C4884C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19" y="105981"/>
            <a:ext cx="10515600" cy="1325563"/>
          </a:xfrm>
        </p:spPr>
        <p:txBody>
          <a:bodyPr/>
          <a:lstStyle/>
          <a:p>
            <a:r>
              <a:rPr lang="en-US" dirty="0"/>
              <a:t>What we need in details</a:t>
            </a:r>
          </a:p>
        </p:txBody>
      </p:sp>
    </p:spTree>
    <p:extLst>
      <p:ext uri="{BB962C8B-B14F-4D97-AF65-F5344CB8AC3E}">
        <p14:creationId xmlns:p14="http://schemas.microsoft.com/office/powerpoint/2010/main" val="174855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99</Words>
  <Application>Microsoft Macintosh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Technical Design components</vt:lpstr>
      <vt:lpstr>Artifacts requirements</vt:lpstr>
      <vt:lpstr>What we need in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Sougata Bagchi</dc:creator>
  <cp:lastModifiedBy>Sougata Bagchi</cp:lastModifiedBy>
  <cp:revision>4</cp:revision>
  <dcterms:created xsi:type="dcterms:W3CDTF">2026-02-02T05:43:18Z</dcterms:created>
  <dcterms:modified xsi:type="dcterms:W3CDTF">2026-02-02T06:34:28Z</dcterms:modified>
</cp:coreProperties>
</file>