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7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89"/>
  </p:normalViewPr>
  <p:slideViewPr>
    <p:cSldViewPr snapToGrid="0">
      <p:cViewPr varScale="1">
        <p:scale>
          <a:sx n="108" d="100"/>
          <a:sy n="108" d="100"/>
        </p:scale>
        <p:origin x="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91B823-FF73-5D44-BEA0-7970C0A24892}" type="datetimeFigureOut">
              <a:rPr lang="en-US" smtClean="0"/>
              <a:t>7/8/25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48EC9B-E2B3-804B-9725-C49BBF275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463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C4F9F-6834-1768-47D0-C1EE27ABF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0DC3B1-E3F3-A355-064B-4B43AB8CE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C739D-D8C3-3DF2-DAF1-0094F31729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26B3E-B34E-8EC9-1741-F00A99E10F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C3F022-106F-8548-8199-2F2D99F737D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23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CF2D9-8322-E1F7-D87D-13FEBD7BC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F6B138-F531-4B1C-3E7A-E899A84A48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A7588-2435-E21B-DDE1-FAB291EB6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38BB0-4724-6BF4-9C09-5F4BBBC02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IBM Corporation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CF466-35B8-6377-4B94-4BBC2B79D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9B356-18DB-734A-81B4-6226E531E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18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1ABF8-2077-E0EC-B705-E9007ECED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E1B74-DACC-E231-E44E-FF92BD7CB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D3E99-E6B8-579A-F43D-09C9F283C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90EBA-7BBE-0B73-0EAD-96CB964AB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IBM Corporation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CC65F-2D5C-8C75-5294-0D89CD206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9B356-18DB-734A-81B4-6226E531E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082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D1515-1F63-3002-6A5E-6E888181C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1B1F8-BDE2-D47D-4CF8-2254E474D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B3E54-FE4D-0364-58E9-3A61578CB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7AB7E-D930-89F7-B15F-1112D7CD6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IBM Corporation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25FD0-0ABA-9B04-E435-FB67558DD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9B356-18DB-734A-81B4-6226E531E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4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7C251-523F-9092-7C11-891DCFE65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D8120-1CC3-5675-C027-20EE76404E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06A98E-250E-F1C3-16A4-A6723652E7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79A475-A171-498F-A43C-F5C233FA9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8C0134-D5E7-F558-EEA5-2EBEF0368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IBM Corporation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C9700-77FC-D484-689B-F170B1FFC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9B356-18DB-734A-81B4-6226E531E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03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DDC3B-452E-1C66-4CCB-A362CF553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1F0EEC-177D-E285-9841-671F46C0F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F2389D-8C27-3C97-ACAE-4813C68FA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D4EE2A-F116-6460-AD14-B37914483C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924DBF-ACD3-29F2-49B0-70CB6099D1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256C4A-C9C9-78F2-A2BB-2F845CADB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4F16CB-8C57-5A3B-CC13-72A23698A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IBM Corporation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F51013-F5B4-AA50-2049-7738DDCAE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9B356-18DB-734A-81B4-6226E531E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079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0902A-D090-1898-E7CC-ABD6C46BC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10EC7E-9C0E-319E-A0F4-7D5A037BA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2FC418-1C41-8B94-27AA-819481E6F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IBM Corporation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557226-DF4E-9D6A-4CAD-1E7DD8228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9B356-18DB-734A-81B4-6226E531E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102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1E7390-0FB5-8D6E-7A1E-DD2E98C43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660EC5-43E0-F813-EF6F-6CA8F81DD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IBM Corporation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BF3CE-AAEE-B3EE-A263-DD21F075E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9B356-18DB-734A-81B4-6226E531E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512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AE714-9A22-DF72-4333-CA977BF36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5FF9E-A719-CA1F-FBCD-6C35A544E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2586F2-9F58-C9C9-3159-1EF345F14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1587C0-7F4E-91AF-F160-FEA049833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67664-07FF-7258-364E-BF763DBB2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IBM Corporation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B91E1-1A5D-32CB-C8E5-CC526CEA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9B356-18DB-734A-81B4-6226E531E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42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1E9C7-CDE7-F8F8-C578-A99645D4A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D1267A-B52A-8FAA-1056-0A1715C43F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9A523-B10D-D7C8-5CD7-A6BC07D94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EAD17B-80B5-A4A4-4CEC-B40647C2D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AF6193-24D4-6957-5A87-89B08B178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IBM Corporation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910DF-83A6-ACAE-71DC-00993146C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9B356-18DB-734A-81B4-6226E531E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787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7417B-B85F-D95D-FAF3-424E1838C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745DDB-B4FE-6C20-9743-377A9C9437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A543D-A9DD-7FAD-2B30-CC8C39167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DFF53-22B2-7269-ED9D-682996FD9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IBM Corporation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41445-6839-3B34-1A43-A15654AB9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9B356-18DB-734A-81B4-6226E531E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496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B67B5B-E198-427C-A4A2-6E2ADCD902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3A5F13-9453-35AE-35A3-A4251DCF10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99159-8EBE-0FCC-A853-65002F0B0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54DC8-2FF0-DF06-E17E-15C89AB48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IBM Corporation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EB2CF-CBC4-C2CB-655F-26CB25C70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9B356-18DB-734A-81B4-6226E531E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987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049878" cy="52395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4956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9" name="Picture 8" descr="IBM 8-bar logo">
            <a:extLst>
              <a:ext uri="{FF2B5EF4-FFF2-40B4-BE49-F238E27FC236}">
                <a16:creationId xmlns:a16="http://schemas.microsoft.com/office/drawing/2014/main" id="{735CD4FC-3A11-28F6-09EF-9089FE9596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8888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22086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6FCDE-696E-126E-035B-76EE4F2E2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37236"/>
            <a:ext cx="10156481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B44167-9C2B-314F-F177-B30DAF0A45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4124" y="1714500"/>
            <a:ext cx="11620575" cy="45847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66E07E-CE19-0417-7226-C47B7C76691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445479" y="6356350"/>
            <a:ext cx="2743200" cy="365125"/>
          </a:xfrm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55786FF4-BED2-F60F-A907-2AA4426CF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4125" y="6402118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© 2025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497966085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nd slide">
    <p:bg>
      <p:bgPr>
        <a:solidFill>
          <a:srgbClr val="002D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2004" y="3084230"/>
            <a:ext cx="1727991" cy="689541"/>
          </a:xfrm>
          <a:prstGeom prst="rect">
            <a:avLst/>
          </a:prstGeom>
          <a:solidFill>
            <a:srgbClr val="002D9C"/>
          </a:solidFill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861FD91-E169-6FBB-2EFC-024BEE3E874B}"/>
              </a:ext>
            </a:extLst>
          </p:cNvPr>
          <p:cNvSpPr/>
          <p:nvPr userDrawn="1"/>
        </p:nvSpPr>
        <p:spPr bwMode="auto">
          <a:xfrm>
            <a:off x="10474960" y="162560"/>
            <a:ext cx="1513840" cy="721360"/>
          </a:xfrm>
          <a:prstGeom prst="rect">
            <a:avLst/>
          </a:prstGeom>
          <a:solidFill>
            <a:srgbClr val="002D9C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AT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7816871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8A0857-E03F-3833-B6FD-54DB3041B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E7B0A-DBFB-F32C-ACE5-5F952AE9A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0F066-E156-6DF3-524D-A0B631786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6F8FF-820D-2CB5-945B-5DEAD73E2E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© 2025 IBM Corporation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1D534-35FC-5611-CE73-A6995FC6B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8585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D9B356-18DB-734A-81B4-6226E531E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30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sv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250A5-7533-265F-D044-4D0FC5E98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E0AB7F6A-846C-DA6D-8FA6-4EF912793B4B}"/>
              </a:ext>
            </a:extLst>
          </p:cNvPr>
          <p:cNvCxnSpPr>
            <a:cxnSpLocks/>
          </p:cNvCxnSpPr>
          <p:nvPr/>
        </p:nvCxnSpPr>
        <p:spPr>
          <a:xfrm>
            <a:off x="2115148" y="2155484"/>
            <a:ext cx="12201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418778C-DD39-242E-6942-895902855422}"/>
              </a:ext>
            </a:extLst>
          </p:cNvPr>
          <p:cNvSpPr/>
          <p:nvPr/>
        </p:nvSpPr>
        <p:spPr>
          <a:xfrm>
            <a:off x="3249532" y="1518830"/>
            <a:ext cx="4509283" cy="4199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95340E-A542-E7BE-4561-9E5453EC18E0}"/>
              </a:ext>
            </a:extLst>
          </p:cNvPr>
          <p:cNvSpPr/>
          <p:nvPr/>
        </p:nvSpPr>
        <p:spPr>
          <a:xfrm flipV="1">
            <a:off x="7862" y="2177"/>
            <a:ext cx="7870371" cy="865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BM Plex Sans Light"/>
            </a:endParaRP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86879A05-E6BE-198A-52C8-45478C7F608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804211" y="6490698"/>
            <a:ext cx="2743200" cy="365125"/>
          </a:xfrm>
        </p:spPr>
        <p:txBody>
          <a:bodyPr/>
          <a:lstStyle/>
          <a:p>
            <a:fld id="{86CB4B4D-7CA3-9044-876B-883B54F8677D}" type="slidenum">
              <a:rPr lang="en-US" smtClean="0">
                <a:latin typeface="IBM Plex Sans Light"/>
              </a:rPr>
              <a:pPr/>
              <a:t>1</a:t>
            </a:fld>
            <a:endParaRPr lang="en-US">
              <a:latin typeface="IBM Plex Sans Ligh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5E8EC2-151C-6BAE-BC6E-1655D6B1ED9F}"/>
              </a:ext>
            </a:extLst>
          </p:cNvPr>
          <p:cNvSpPr txBox="1">
            <a:spLocks/>
          </p:cNvSpPr>
          <p:nvPr/>
        </p:nvSpPr>
        <p:spPr>
          <a:xfrm>
            <a:off x="209810" y="292053"/>
            <a:ext cx="8190273" cy="448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/>
          <a:lstStyle>
            <a:lvl1pPr marL="0" marR="0" indent="0" algn="l" defTabSz="2438400" rtl="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lvl="0" defTabSz="457007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>
                <a:solidFill>
                  <a:schemeClr val="accent1"/>
                </a:solidFill>
                <a:latin typeface="IBM Plex Sans Light"/>
              </a:rPr>
              <a:t>Base project management application architecture</a:t>
            </a:r>
            <a:endParaRPr lang="en-US" sz="2400">
              <a:latin typeface="IBM Plex Sans Light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61C4E5B-5E72-AFAC-C2E5-5EC033193DC0}"/>
              </a:ext>
            </a:extLst>
          </p:cNvPr>
          <p:cNvSpPr/>
          <p:nvPr/>
        </p:nvSpPr>
        <p:spPr>
          <a:xfrm>
            <a:off x="1106878" y="1606572"/>
            <a:ext cx="1020150" cy="139702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IBM Plex Sans Light" panose="020B0403050203000203" pitchFamily="34" charset="0"/>
              </a:rPr>
              <a:t>External AI Tools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0F9FDEB-6FCC-F24C-02F7-1CE3F5693B2B}"/>
              </a:ext>
            </a:extLst>
          </p:cNvPr>
          <p:cNvSpPr/>
          <p:nvPr/>
        </p:nvSpPr>
        <p:spPr>
          <a:xfrm>
            <a:off x="1106878" y="4630028"/>
            <a:ext cx="1020150" cy="106749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dk1"/>
                </a:solidFill>
                <a:latin typeface="IBM Plex Sans Light" panose="020B0403050203000203" pitchFamily="34" charset="0"/>
              </a:rPr>
              <a:t>Client Security &amp; Authentication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72910F1-D8FB-4E47-13D0-00EE2212DD4C}"/>
              </a:ext>
            </a:extLst>
          </p:cNvPr>
          <p:cNvCxnSpPr>
            <a:cxnSpLocks/>
          </p:cNvCxnSpPr>
          <p:nvPr/>
        </p:nvCxnSpPr>
        <p:spPr>
          <a:xfrm>
            <a:off x="2105252" y="3702764"/>
            <a:ext cx="122017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EBC00FF-B7EF-5B0C-268F-ED68FCF64155}"/>
              </a:ext>
            </a:extLst>
          </p:cNvPr>
          <p:cNvSpPr txBox="1"/>
          <p:nvPr/>
        </p:nvSpPr>
        <p:spPr>
          <a:xfrm>
            <a:off x="2176538" y="3506256"/>
            <a:ext cx="10201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IBM Plex Sans Light" panose="020B0403050203000203" pitchFamily="34" charset="0"/>
              </a:rPr>
              <a:t>Client user provisioning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A75AB0-ABC7-6353-6406-3B162A344FB7}"/>
              </a:ext>
            </a:extLst>
          </p:cNvPr>
          <p:cNvSpPr txBox="1"/>
          <p:nvPr/>
        </p:nvSpPr>
        <p:spPr>
          <a:xfrm>
            <a:off x="2138506" y="5042281"/>
            <a:ext cx="15240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IBM Plex Sans Light" panose="020B0403050203000203" pitchFamily="34" charset="0"/>
              </a:rPr>
              <a:t>Authentication</a:t>
            </a:r>
          </a:p>
          <a:p>
            <a:r>
              <a:rPr lang="en-US" sz="1100" dirty="0">
                <a:latin typeface="IBM Plex Sans Light" panose="020B0403050203000203" pitchFamily="34" charset="0"/>
              </a:rPr>
              <a:t>Endpoint SSO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A9A8C19-6E9E-4E55-4AC8-4B5D27F7605C}"/>
              </a:ext>
            </a:extLst>
          </p:cNvPr>
          <p:cNvCxnSpPr>
            <a:cxnSpLocks/>
          </p:cNvCxnSpPr>
          <p:nvPr/>
        </p:nvCxnSpPr>
        <p:spPr>
          <a:xfrm>
            <a:off x="2105252" y="5256920"/>
            <a:ext cx="12201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83494A92-4C03-73E0-66EE-6BF73004F4AB}"/>
              </a:ext>
            </a:extLst>
          </p:cNvPr>
          <p:cNvSpPr/>
          <p:nvPr/>
        </p:nvSpPr>
        <p:spPr>
          <a:xfrm>
            <a:off x="8574436" y="1518829"/>
            <a:ext cx="1976035" cy="457197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IBM Plex Sans Light" panose="020B0403050203000203" pitchFamily="34" charset="0"/>
              </a:rPr>
              <a:t>Config Deployment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84EDF5E-463A-C792-0233-27480A75BE5B}"/>
              </a:ext>
            </a:extLst>
          </p:cNvPr>
          <p:cNvSpPr/>
          <p:nvPr/>
        </p:nvSpPr>
        <p:spPr>
          <a:xfrm>
            <a:off x="8574438" y="2453352"/>
            <a:ext cx="1976035" cy="457197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20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IBM Plex Sans Light" panose="020B0403050203000203" pitchFamily="34" charset="0"/>
              </a:rPr>
              <a:t>Monitoring &amp; Automation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419D8D1-AA2E-52A6-2598-BEB275ED3CEB}"/>
              </a:ext>
            </a:extLst>
          </p:cNvPr>
          <p:cNvSpPr/>
          <p:nvPr/>
        </p:nvSpPr>
        <p:spPr>
          <a:xfrm>
            <a:off x="8574438" y="3387875"/>
            <a:ext cx="1976035" cy="457197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20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IBM Plex Sans Light" panose="020B0403050203000203" pitchFamily="34" charset="0"/>
              </a:rPr>
              <a:t>DevOps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7F170F-226E-E0C3-A98D-9002AC4E803B}"/>
              </a:ext>
            </a:extLst>
          </p:cNvPr>
          <p:cNvSpPr/>
          <p:nvPr/>
        </p:nvSpPr>
        <p:spPr>
          <a:xfrm>
            <a:off x="8574435" y="4322398"/>
            <a:ext cx="1976035" cy="457197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20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IBM Plex Sans Light" panose="020B0403050203000203" pitchFamily="34" charset="0"/>
              </a:rPr>
              <a:t>Backup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F102C23-EDA7-5629-1ED7-12A4A7E89349}"/>
              </a:ext>
            </a:extLst>
          </p:cNvPr>
          <p:cNvSpPr/>
          <p:nvPr/>
        </p:nvSpPr>
        <p:spPr>
          <a:xfrm>
            <a:off x="8574435" y="5256920"/>
            <a:ext cx="1976035" cy="457197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IBM Plex Sans Light" panose="020B0403050203000203" pitchFamily="34" charset="0"/>
              </a:rPr>
              <a:t>Security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FDD86E0-4B15-F8F6-BEFE-63D1142F688D}"/>
              </a:ext>
            </a:extLst>
          </p:cNvPr>
          <p:cNvCxnSpPr>
            <a:cxnSpLocks/>
          </p:cNvCxnSpPr>
          <p:nvPr/>
        </p:nvCxnSpPr>
        <p:spPr>
          <a:xfrm>
            <a:off x="8166624" y="5518475"/>
            <a:ext cx="40781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87C63DE-2829-EF0E-5DE8-833C6F00CBBF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8166624" y="4550997"/>
            <a:ext cx="40781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1504AAF-BE95-E416-2D17-4A58DB46C50E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8160045" y="3616474"/>
            <a:ext cx="4143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CA9D139-9FDC-597C-80F2-7C6DB55CFD42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8166624" y="2681951"/>
            <a:ext cx="40781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232CCCD-12A9-A6BB-32C2-2A200297FC2F}"/>
              </a:ext>
            </a:extLst>
          </p:cNvPr>
          <p:cNvCxnSpPr>
            <a:cxnSpLocks/>
            <a:endCxn id="25" idx="1"/>
          </p:cNvCxnSpPr>
          <p:nvPr/>
        </p:nvCxnSpPr>
        <p:spPr>
          <a:xfrm flipV="1">
            <a:off x="7758813" y="1747428"/>
            <a:ext cx="815623" cy="14615"/>
          </a:xfrm>
          <a:prstGeom prst="line">
            <a:avLst/>
          </a:prstGeom>
          <a:ln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B4662686-D924-55F8-05E6-053697963441}"/>
              </a:ext>
            </a:extLst>
          </p:cNvPr>
          <p:cNvSpPr/>
          <p:nvPr/>
        </p:nvSpPr>
        <p:spPr>
          <a:xfrm>
            <a:off x="3277924" y="6186422"/>
            <a:ext cx="4433390" cy="47603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IBM Plex Sans Light" panose="020B0403050203000203" pitchFamily="34" charset="0"/>
              </a:rPr>
              <a:t>Client Enterprise Network</a:t>
            </a:r>
          </a:p>
          <a:p>
            <a:pPr algn="ctr"/>
            <a:r>
              <a:rPr lang="en-US" sz="1100" dirty="0">
                <a:latin typeface="IBM Plex Sans Light" panose="020B0403050203000203" pitchFamily="34" charset="0"/>
              </a:rPr>
              <a:t>(Applications/tools)</a:t>
            </a:r>
          </a:p>
        </p:txBody>
      </p:sp>
      <p:pic>
        <p:nvPicPr>
          <p:cNvPr id="52" name="Graphic 51" descr="Man with solid fill">
            <a:extLst>
              <a:ext uri="{FF2B5EF4-FFF2-40B4-BE49-F238E27FC236}">
                <a16:creationId xmlns:a16="http://schemas.microsoft.com/office/drawing/2014/main" id="{8AA080E9-D00F-1FC1-5FF7-6BCFDEF17F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83132" y="869614"/>
            <a:ext cx="510326" cy="510326"/>
          </a:xfrm>
          <a:prstGeom prst="rect">
            <a:avLst/>
          </a:prstGeom>
        </p:spPr>
      </p:pic>
      <p:pic>
        <p:nvPicPr>
          <p:cNvPr id="53" name="Graphic 52" descr="Man with solid fill">
            <a:extLst>
              <a:ext uri="{FF2B5EF4-FFF2-40B4-BE49-F238E27FC236}">
                <a16:creationId xmlns:a16="http://schemas.microsoft.com/office/drawing/2014/main" id="{451230AD-1777-5F7C-BD4F-E12CAE6FEB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0797" y="869614"/>
            <a:ext cx="510326" cy="510326"/>
          </a:xfrm>
          <a:prstGeom prst="rect">
            <a:avLst/>
          </a:prstGeom>
        </p:spPr>
      </p:pic>
      <p:pic>
        <p:nvPicPr>
          <p:cNvPr id="54" name="Graphic 53" descr="Man with solid fill">
            <a:extLst>
              <a:ext uri="{FF2B5EF4-FFF2-40B4-BE49-F238E27FC236}">
                <a16:creationId xmlns:a16="http://schemas.microsoft.com/office/drawing/2014/main" id="{4EB19285-7922-79FB-1056-16F7DA131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8462" y="869614"/>
            <a:ext cx="510326" cy="510326"/>
          </a:xfrm>
          <a:prstGeom prst="rect">
            <a:avLst/>
          </a:prstGeom>
        </p:spPr>
      </p:pic>
      <p:pic>
        <p:nvPicPr>
          <p:cNvPr id="55" name="Graphic 54" descr="Man with solid fill">
            <a:extLst>
              <a:ext uri="{FF2B5EF4-FFF2-40B4-BE49-F238E27FC236}">
                <a16:creationId xmlns:a16="http://schemas.microsoft.com/office/drawing/2014/main" id="{A76526C5-6F49-FADA-C573-3AD67EAE88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6127" y="869614"/>
            <a:ext cx="510326" cy="510326"/>
          </a:xfrm>
          <a:prstGeom prst="rect">
            <a:avLst/>
          </a:prstGeom>
        </p:spPr>
      </p:pic>
      <p:sp>
        <p:nvSpPr>
          <p:cNvPr id="57" name="Terminator 56">
            <a:extLst>
              <a:ext uri="{FF2B5EF4-FFF2-40B4-BE49-F238E27FC236}">
                <a16:creationId xmlns:a16="http://schemas.microsoft.com/office/drawing/2014/main" id="{86070B00-C525-C703-1E9A-87F512676D97}"/>
              </a:ext>
            </a:extLst>
          </p:cNvPr>
          <p:cNvSpPr/>
          <p:nvPr/>
        </p:nvSpPr>
        <p:spPr>
          <a:xfrm>
            <a:off x="4671708" y="1779355"/>
            <a:ext cx="1210995" cy="228599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IBM Plex Sans Light" panose="020B0403050203000203" pitchFamily="34" charset="0"/>
              </a:rPr>
              <a:t>Cloud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01FACB8-CDC9-76A7-F613-82F7B19A8E48}"/>
              </a:ext>
            </a:extLst>
          </p:cNvPr>
          <p:cNvCxnSpPr>
            <a:cxnSpLocks/>
            <a:stCxn id="7" idx="2"/>
            <a:endCxn id="50" idx="0"/>
          </p:cNvCxnSpPr>
          <p:nvPr/>
        </p:nvCxnSpPr>
        <p:spPr>
          <a:xfrm flipH="1">
            <a:off x="5494619" y="5718514"/>
            <a:ext cx="9555" cy="4679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25A4F2FA-2F0A-7AC8-6AFA-F8CFB73F0B8B}"/>
              </a:ext>
            </a:extLst>
          </p:cNvPr>
          <p:cNvSpPr txBox="1"/>
          <p:nvPr/>
        </p:nvSpPr>
        <p:spPr>
          <a:xfrm>
            <a:off x="4399684" y="1105677"/>
            <a:ext cx="960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IBM Plex Sans Light" panose="020B0403050203000203" pitchFamily="34" charset="0"/>
              </a:rPr>
              <a:t>Client </a:t>
            </a:r>
          </a:p>
          <a:p>
            <a:r>
              <a:rPr lang="en-US" sz="1000">
                <a:latin typeface="IBM Plex Sans Light" panose="020B0403050203000203" pitchFamily="34" charset="0"/>
              </a:rPr>
              <a:t>User</a:t>
            </a:r>
          </a:p>
        </p:txBody>
      </p: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5B19A694-9A98-9053-8B76-667698BD04DE}"/>
              </a:ext>
            </a:extLst>
          </p:cNvPr>
          <p:cNvCxnSpPr>
            <a:cxnSpLocks/>
            <a:stCxn id="57" idx="2"/>
          </p:cNvCxnSpPr>
          <p:nvPr/>
        </p:nvCxnSpPr>
        <p:spPr>
          <a:xfrm rot="16200000" flipH="1">
            <a:off x="5178871" y="2106289"/>
            <a:ext cx="196670" cy="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>
            <a:extLst>
              <a:ext uri="{FF2B5EF4-FFF2-40B4-BE49-F238E27FC236}">
                <a16:creationId xmlns:a16="http://schemas.microsoft.com/office/drawing/2014/main" id="{9FACAFDE-C242-2676-3210-E453BB86238D}"/>
              </a:ext>
            </a:extLst>
          </p:cNvPr>
          <p:cNvCxnSpPr>
            <a:cxnSpLocks/>
            <a:endCxn id="57" idx="1"/>
          </p:cNvCxnSpPr>
          <p:nvPr/>
        </p:nvCxnSpPr>
        <p:spPr>
          <a:xfrm rot="16200000" flipH="1">
            <a:off x="4254494" y="1476441"/>
            <a:ext cx="507366" cy="327062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Elbow Connector 90">
            <a:extLst>
              <a:ext uri="{FF2B5EF4-FFF2-40B4-BE49-F238E27FC236}">
                <a16:creationId xmlns:a16="http://schemas.microsoft.com/office/drawing/2014/main" id="{AEC741BB-1761-580B-E09D-D8660A5351B7}"/>
              </a:ext>
            </a:extLst>
          </p:cNvPr>
          <p:cNvCxnSpPr>
            <a:cxnSpLocks/>
            <a:stCxn id="53" idx="2"/>
          </p:cNvCxnSpPr>
          <p:nvPr/>
        </p:nvCxnSpPr>
        <p:spPr>
          <a:xfrm rot="16200000" flipH="1">
            <a:off x="4962795" y="1413105"/>
            <a:ext cx="364176" cy="297846"/>
          </a:xfrm>
          <a:prstGeom prst="bentConnector3">
            <a:avLst>
              <a:gd name="adj1" fmla="val 7475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Elbow Connector 93">
            <a:extLst>
              <a:ext uri="{FF2B5EF4-FFF2-40B4-BE49-F238E27FC236}">
                <a16:creationId xmlns:a16="http://schemas.microsoft.com/office/drawing/2014/main" id="{F7F5E051-7B04-4392-EA8F-492D3B1B4DF8}"/>
              </a:ext>
            </a:extLst>
          </p:cNvPr>
          <p:cNvCxnSpPr>
            <a:cxnSpLocks/>
            <a:stCxn id="54" idx="2"/>
          </p:cNvCxnSpPr>
          <p:nvPr/>
        </p:nvCxnSpPr>
        <p:spPr>
          <a:xfrm rot="5400000">
            <a:off x="5291627" y="1382120"/>
            <a:ext cx="364178" cy="359819"/>
          </a:xfrm>
          <a:prstGeom prst="bentConnector3">
            <a:avLst>
              <a:gd name="adj1" fmla="val 7475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Elbow Connector 98">
            <a:extLst>
              <a:ext uri="{FF2B5EF4-FFF2-40B4-BE49-F238E27FC236}">
                <a16:creationId xmlns:a16="http://schemas.microsoft.com/office/drawing/2014/main" id="{90230CFB-E6D5-71FF-1ACF-7CC1AB337D51}"/>
              </a:ext>
            </a:extLst>
          </p:cNvPr>
          <p:cNvCxnSpPr>
            <a:cxnSpLocks/>
            <a:stCxn id="55" idx="2"/>
            <a:endCxn id="57" idx="3"/>
          </p:cNvCxnSpPr>
          <p:nvPr/>
        </p:nvCxnSpPr>
        <p:spPr>
          <a:xfrm rot="5400000">
            <a:off x="5840140" y="1422504"/>
            <a:ext cx="513715" cy="428587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B6661F31-D6EC-0315-ECF3-7FF1FFEBAB9C}"/>
              </a:ext>
            </a:extLst>
          </p:cNvPr>
          <p:cNvSpPr txBox="1"/>
          <p:nvPr/>
        </p:nvSpPr>
        <p:spPr>
          <a:xfrm>
            <a:off x="5549272" y="5857542"/>
            <a:ext cx="15240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latin typeface="IBM Plex Sans Light" panose="020B0403050203000203" pitchFamily="34" charset="0"/>
              </a:rPr>
              <a:t>API Integration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649EE9C-C02A-147E-9573-6FBB88EAB00A}"/>
              </a:ext>
            </a:extLst>
          </p:cNvPr>
          <p:cNvSpPr txBox="1"/>
          <p:nvPr/>
        </p:nvSpPr>
        <p:spPr>
          <a:xfrm>
            <a:off x="6354497" y="1082062"/>
            <a:ext cx="960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IBM Plex Sans Light" panose="020B0403050203000203" pitchFamily="34" charset="0"/>
              </a:rPr>
              <a:t>AMS Config. Support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D827748-E2ED-B7FE-FE72-B1DAA0ED1C54}"/>
              </a:ext>
            </a:extLst>
          </p:cNvPr>
          <p:cNvSpPr txBox="1"/>
          <p:nvPr/>
        </p:nvSpPr>
        <p:spPr>
          <a:xfrm>
            <a:off x="5704815" y="1092275"/>
            <a:ext cx="960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IBM Plex Sans Light" panose="020B0403050203000203" pitchFamily="34" charset="0"/>
              </a:rPr>
              <a:t>Digital Vendor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8BD3023-BEE1-6E75-4930-C2DC287930FE}"/>
              </a:ext>
            </a:extLst>
          </p:cNvPr>
          <p:cNvSpPr txBox="1"/>
          <p:nvPr/>
        </p:nvSpPr>
        <p:spPr>
          <a:xfrm>
            <a:off x="5007071" y="1101686"/>
            <a:ext cx="960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IBM Plex Sans Light" panose="020B0403050203000203" pitchFamily="34" charset="0"/>
              </a:rPr>
              <a:t>Admin </a:t>
            </a:r>
          </a:p>
          <a:p>
            <a:r>
              <a:rPr lang="en-US" sz="1000">
                <a:latin typeface="IBM Plex Sans Light" panose="020B0403050203000203" pitchFamily="34" charset="0"/>
              </a:rPr>
              <a:t>User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784E3E8-9915-310D-F783-B591690C0A47}"/>
              </a:ext>
            </a:extLst>
          </p:cNvPr>
          <p:cNvSpPr txBox="1"/>
          <p:nvPr/>
        </p:nvSpPr>
        <p:spPr>
          <a:xfrm>
            <a:off x="7711635" y="1327027"/>
            <a:ext cx="960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IBM Plex Sans Light" panose="020B0403050203000203" pitchFamily="34" charset="0"/>
              </a:rPr>
              <a:t>App. Config &amp; development. </a:t>
            </a: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11B8AF6-274B-5DC1-08A0-914F54D3595E}"/>
              </a:ext>
            </a:extLst>
          </p:cNvPr>
          <p:cNvCxnSpPr>
            <a:cxnSpLocks/>
          </p:cNvCxnSpPr>
          <p:nvPr/>
        </p:nvCxnSpPr>
        <p:spPr>
          <a:xfrm>
            <a:off x="8164060" y="2681950"/>
            <a:ext cx="2564" cy="28365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3E2D9EE7-C35A-BEE8-5D5B-4B686F2FCC0B}"/>
              </a:ext>
            </a:extLst>
          </p:cNvPr>
          <p:cNvCxnSpPr>
            <a:cxnSpLocks/>
          </p:cNvCxnSpPr>
          <p:nvPr/>
        </p:nvCxnSpPr>
        <p:spPr>
          <a:xfrm>
            <a:off x="7542191" y="3709526"/>
            <a:ext cx="6244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3FDAF5B4-3B79-17C3-4C47-D0DCC6BF363D}"/>
              </a:ext>
            </a:extLst>
          </p:cNvPr>
          <p:cNvSpPr txBox="1"/>
          <p:nvPr/>
        </p:nvSpPr>
        <p:spPr>
          <a:xfrm>
            <a:off x="7711635" y="2121270"/>
            <a:ext cx="9601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IBM Plex Sans Light" panose="020B0403050203000203" pitchFamily="34" charset="0"/>
              </a:rPr>
              <a:t>Collect app logs &amp; Server Metrics. 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FBBF045-5EB9-E9E7-1797-9073AF498ACF}"/>
              </a:ext>
            </a:extLst>
          </p:cNvPr>
          <p:cNvSpPr txBox="1"/>
          <p:nvPr/>
        </p:nvSpPr>
        <p:spPr>
          <a:xfrm>
            <a:off x="8111216" y="2892399"/>
            <a:ext cx="9601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IBM Plex Sans Light" panose="020B0403050203000203" pitchFamily="34" charset="0"/>
              </a:rPr>
              <a:t>Deploy Application Package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F36F124-4767-D247-6302-CE1FDD8252A5}"/>
              </a:ext>
            </a:extLst>
          </p:cNvPr>
          <p:cNvSpPr txBox="1"/>
          <p:nvPr/>
        </p:nvSpPr>
        <p:spPr>
          <a:xfrm>
            <a:off x="8094379" y="3944118"/>
            <a:ext cx="9601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IBM Plex Sans Light" panose="020B0403050203000203" pitchFamily="34" charset="0"/>
              </a:rPr>
              <a:t>Backup File system and DB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B7AF614-79E6-FFC5-EC8A-912CACF863E0}"/>
              </a:ext>
            </a:extLst>
          </p:cNvPr>
          <p:cNvSpPr txBox="1"/>
          <p:nvPr/>
        </p:nvSpPr>
        <p:spPr>
          <a:xfrm>
            <a:off x="8094379" y="5872022"/>
            <a:ext cx="1704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IBM Plex Sans Light" panose="020B0403050203000203" pitchFamily="34" charset="0"/>
              </a:rPr>
              <a:t>Monitor Endpoint security, Remote access, Vulnerability patch &amp; Health check scans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A01AB6-3A51-27A6-5FBC-AE7A5B28CABC}"/>
              </a:ext>
            </a:extLst>
          </p:cNvPr>
          <p:cNvSpPr txBox="1"/>
          <p:nvPr/>
        </p:nvSpPr>
        <p:spPr>
          <a:xfrm>
            <a:off x="10636037" y="2060095"/>
            <a:ext cx="858915" cy="5078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900">
                <a:latin typeface="IBM Plex Sans Light" panose="020B0403050203000203" pitchFamily="34" charset="0"/>
              </a:rPr>
              <a:t>Incident Management tool</a:t>
            </a: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57A98199-877B-3E68-6893-F4D617AFCFDD}"/>
              </a:ext>
            </a:extLst>
          </p:cNvPr>
          <p:cNvCxnSpPr>
            <a:stCxn id="25" idx="3"/>
            <a:endCxn id="8" idx="0"/>
          </p:cNvCxnSpPr>
          <p:nvPr/>
        </p:nvCxnSpPr>
        <p:spPr>
          <a:xfrm>
            <a:off x="10550471" y="1747428"/>
            <a:ext cx="515024" cy="312667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AC033BFE-E1FA-235B-291F-535AFE996E2C}"/>
              </a:ext>
            </a:extLst>
          </p:cNvPr>
          <p:cNvCxnSpPr>
            <a:cxnSpLocks/>
            <a:stCxn id="26" idx="3"/>
            <a:endCxn id="8" idx="2"/>
          </p:cNvCxnSpPr>
          <p:nvPr/>
        </p:nvCxnSpPr>
        <p:spPr>
          <a:xfrm flipV="1">
            <a:off x="10550473" y="2567926"/>
            <a:ext cx="515022" cy="114025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3397709-7C85-7927-A808-4F921356416E}"/>
              </a:ext>
            </a:extLst>
          </p:cNvPr>
          <p:cNvSpPr txBox="1"/>
          <p:nvPr/>
        </p:nvSpPr>
        <p:spPr>
          <a:xfrm>
            <a:off x="10635904" y="2725016"/>
            <a:ext cx="8046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IBM Plex Sans Light" panose="020B0403050203000203" pitchFamily="34" charset="0"/>
              </a:rPr>
              <a:t>Raise Incidents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7763C5-465B-8C80-C56D-62EACF2523CD}"/>
              </a:ext>
            </a:extLst>
          </p:cNvPr>
          <p:cNvSpPr txBox="1"/>
          <p:nvPr/>
        </p:nvSpPr>
        <p:spPr>
          <a:xfrm>
            <a:off x="10663148" y="1292330"/>
            <a:ext cx="8046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IBM Plex Sans Light" panose="020B0403050203000203" pitchFamily="34" charset="0"/>
              </a:rPr>
              <a:t>Assign</a:t>
            </a:r>
          </a:p>
          <a:p>
            <a:r>
              <a:rPr lang="en-US" sz="1000">
                <a:latin typeface="IBM Plex Sans Light" panose="020B0403050203000203" pitchFamily="34" charset="0"/>
              </a:rPr>
              <a:t>Incidents</a:t>
            </a:r>
          </a:p>
        </p:txBody>
      </p:sp>
      <p:pic>
        <p:nvPicPr>
          <p:cNvPr id="10" name="Picture 78" descr="Workflow Vector SVG Icon - PNG Repo Free PNG Icons">
            <a:extLst>
              <a:ext uri="{FF2B5EF4-FFF2-40B4-BE49-F238E27FC236}">
                <a16:creationId xmlns:a16="http://schemas.microsoft.com/office/drawing/2014/main" id="{7E4525C4-7F81-E4BF-BC8F-124771A98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2717" y="4721430"/>
            <a:ext cx="584918" cy="556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67A4B01-9A42-602C-E7D5-6A01B170A2B3}"/>
              </a:ext>
            </a:extLst>
          </p:cNvPr>
          <p:cNvSpPr/>
          <p:nvPr/>
        </p:nvSpPr>
        <p:spPr>
          <a:xfrm>
            <a:off x="4083689" y="4368403"/>
            <a:ext cx="823223" cy="1152727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Workflows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6D1922-8280-98A4-333D-93538F3F3AC1}"/>
              </a:ext>
            </a:extLst>
          </p:cNvPr>
          <p:cNvSpPr/>
          <p:nvPr/>
        </p:nvSpPr>
        <p:spPr>
          <a:xfrm>
            <a:off x="4081289" y="2210852"/>
            <a:ext cx="1526644" cy="681547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User Interface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38171C-4CC4-0BA4-0E21-FC0A98EEC29A}"/>
              </a:ext>
            </a:extLst>
          </p:cNvPr>
          <p:cNvSpPr/>
          <p:nvPr/>
        </p:nvSpPr>
        <p:spPr>
          <a:xfrm>
            <a:off x="5908788" y="4368403"/>
            <a:ext cx="958528" cy="113650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Data Layer</a:t>
            </a:r>
          </a:p>
        </p:txBody>
      </p:sp>
      <p:pic>
        <p:nvPicPr>
          <p:cNvPr id="33" name="Picture 82" descr="Office Material, Files And Folders, Folder, interface, storage, file storage,  Data Storage icon">
            <a:extLst>
              <a:ext uri="{FF2B5EF4-FFF2-40B4-BE49-F238E27FC236}">
                <a16:creationId xmlns:a16="http://schemas.microsoft.com/office/drawing/2014/main" id="{56055174-6CB2-EB56-FFDB-E8920EFE6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524" y="5020766"/>
            <a:ext cx="553421" cy="330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Graphic 38" descr="Database outline">
            <a:extLst>
              <a:ext uri="{FF2B5EF4-FFF2-40B4-BE49-F238E27FC236}">
                <a16:creationId xmlns:a16="http://schemas.microsoft.com/office/drawing/2014/main" id="{BA83C593-5E07-B30F-F2BE-5FEAB33B87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12523" y="4571904"/>
            <a:ext cx="548271" cy="395359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2937E796-5192-7744-CA83-0F809AC57C6C}"/>
              </a:ext>
            </a:extLst>
          </p:cNvPr>
          <p:cNvSpPr/>
          <p:nvPr/>
        </p:nvSpPr>
        <p:spPr>
          <a:xfrm>
            <a:off x="4083133" y="3125125"/>
            <a:ext cx="2784184" cy="1029671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Business Logic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516C4AF-D0C8-CF20-5673-4CCC29292079}"/>
              </a:ext>
            </a:extLst>
          </p:cNvPr>
          <p:cNvSpPr/>
          <p:nvPr/>
        </p:nvSpPr>
        <p:spPr>
          <a:xfrm rot="16200000">
            <a:off x="1756283" y="3485028"/>
            <a:ext cx="3590843" cy="4760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IBM Plex Sans Light" panose="020B0403050203000203" pitchFamily="34" charset="0"/>
              </a:rPr>
              <a:t>API / Connectors / Adaptors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B012A00-BC27-D214-050E-AC602F069754}"/>
              </a:ext>
            </a:extLst>
          </p:cNvPr>
          <p:cNvSpPr/>
          <p:nvPr/>
        </p:nvSpPr>
        <p:spPr>
          <a:xfrm rot="16200000">
            <a:off x="5649107" y="3484513"/>
            <a:ext cx="3590843" cy="4760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IBM Plex Sans Light" panose="020B0403050203000203" pitchFamily="34" charset="0"/>
              </a:rPr>
              <a:t>API / Connectors / Adaptors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AD42E1F-5BA0-3BDB-2329-AE836313B0C0}"/>
              </a:ext>
            </a:extLst>
          </p:cNvPr>
          <p:cNvCxnSpPr>
            <a:cxnSpLocks/>
          </p:cNvCxnSpPr>
          <p:nvPr/>
        </p:nvCxnSpPr>
        <p:spPr>
          <a:xfrm>
            <a:off x="4886392" y="2877592"/>
            <a:ext cx="0" cy="25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B506F1C-6B23-9529-3FDB-5E6D20E1FE84}"/>
              </a:ext>
            </a:extLst>
          </p:cNvPr>
          <p:cNvCxnSpPr>
            <a:cxnSpLocks/>
          </p:cNvCxnSpPr>
          <p:nvPr/>
        </p:nvCxnSpPr>
        <p:spPr>
          <a:xfrm>
            <a:off x="6416329" y="4134397"/>
            <a:ext cx="0" cy="25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FBFD762-2D6B-B384-9CC5-B7C7A6671BBF}"/>
              </a:ext>
            </a:extLst>
          </p:cNvPr>
          <p:cNvCxnSpPr>
            <a:cxnSpLocks/>
          </p:cNvCxnSpPr>
          <p:nvPr/>
        </p:nvCxnSpPr>
        <p:spPr>
          <a:xfrm>
            <a:off x="4538049" y="4120545"/>
            <a:ext cx="0" cy="25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3" name="Picture 18" descr="Free Transparent Hexagon, Download Free Transparent Hexagon png images,  Free ClipArts on Clipart Library">
            <a:extLst>
              <a:ext uri="{FF2B5EF4-FFF2-40B4-BE49-F238E27FC236}">
                <a16:creationId xmlns:a16="http://schemas.microsoft.com/office/drawing/2014/main" id="{88B88AB6-DC50-6A23-8538-AADFB0A54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123365" y="3597485"/>
            <a:ext cx="223754" cy="24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18" descr="Free Transparent Hexagon, Download Free Transparent Hexagon png images,  Free ClipArts on Clipart Library">
            <a:extLst>
              <a:ext uri="{FF2B5EF4-FFF2-40B4-BE49-F238E27FC236}">
                <a16:creationId xmlns:a16="http://schemas.microsoft.com/office/drawing/2014/main" id="{A17F9333-C9C0-0086-A18D-70ECE9C5F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241837" y="3417945"/>
            <a:ext cx="223754" cy="24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18" descr="Free Transparent Hexagon, Download Free Transparent Hexagon png images,  Free ClipArts on Clipart Library">
            <a:extLst>
              <a:ext uri="{FF2B5EF4-FFF2-40B4-BE49-F238E27FC236}">
                <a16:creationId xmlns:a16="http://schemas.microsoft.com/office/drawing/2014/main" id="{EF182DC2-ED71-8279-1D55-A583784D8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474151" y="3417944"/>
            <a:ext cx="223754" cy="24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18" descr="Free Transparent Hexagon, Download Free Transparent Hexagon png images,  Free ClipArts on Clipart Library">
            <a:extLst>
              <a:ext uri="{FF2B5EF4-FFF2-40B4-BE49-F238E27FC236}">
                <a16:creationId xmlns:a16="http://schemas.microsoft.com/office/drawing/2014/main" id="{8672284E-3E13-2DDF-F73E-E1C58E192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571901" y="3597485"/>
            <a:ext cx="223754" cy="24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18" descr="Free Transparent Hexagon, Download Free Transparent Hexagon png images,  Free ClipArts on Clipart Library">
            <a:extLst>
              <a:ext uri="{FF2B5EF4-FFF2-40B4-BE49-F238E27FC236}">
                <a16:creationId xmlns:a16="http://schemas.microsoft.com/office/drawing/2014/main" id="{3AB7DB82-F06A-0191-0E45-536CB6D6C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241837" y="3781174"/>
            <a:ext cx="223754" cy="24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18" descr="Free Transparent Hexagon, Download Free Transparent Hexagon png images,  Free ClipArts on Clipart Library">
            <a:extLst>
              <a:ext uri="{FF2B5EF4-FFF2-40B4-BE49-F238E27FC236}">
                <a16:creationId xmlns:a16="http://schemas.microsoft.com/office/drawing/2014/main" id="{27BFCBFC-CBDA-F63E-6241-A0A404CA06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474151" y="3781174"/>
            <a:ext cx="223754" cy="24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CDD931E7-D403-5F93-422C-CDB5C4F0C840}"/>
              </a:ext>
            </a:extLst>
          </p:cNvPr>
          <p:cNvSpPr/>
          <p:nvPr/>
        </p:nvSpPr>
        <p:spPr>
          <a:xfrm>
            <a:off x="3192200" y="2060095"/>
            <a:ext cx="242975" cy="15696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IBM Plex Sans Light" panose="020B0403050203000203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4927736-EC66-9DA9-885E-CCA5084118F0}"/>
              </a:ext>
            </a:extLst>
          </p:cNvPr>
          <p:cNvSpPr/>
          <p:nvPr/>
        </p:nvSpPr>
        <p:spPr>
          <a:xfrm>
            <a:off x="3192200" y="2586778"/>
            <a:ext cx="242975" cy="15696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IBM Plex Sans Light" panose="020B0403050203000203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DBF4F94-3E17-6263-EDCF-3B4E7E186168}"/>
              </a:ext>
            </a:extLst>
          </p:cNvPr>
          <p:cNvSpPr/>
          <p:nvPr/>
        </p:nvSpPr>
        <p:spPr>
          <a:xfrm>
            <a:off x="3192200" y="3113461"/>
            <a:ext cx="242975" cy="15696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IBM Plex Sans Light" panose="020B0403050203000203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6E85C36-F95D-AE82-1BF7-B17453B5C3B8}"/>
              </a:ext>
            </a:extLst>
          </p:cNvPr>
          <p:cNvSpPr/>
          <p:nvPr/>
        </p:nvSpPr>
        <p:spPr>
          <a:xfrm>
            <a:off x="3192200" y="3640144"/>
            <a:ext cx="242975" cy="15696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IBM Plex Sans Light" panose="020B0403050203000203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4E74795-14EB-2E6A-7D66-D7A3EFD709B2}"/>
              </a:ext>
            </a:extLst>
          </p:cNvPr>
          <p:cNvSpPr/>
          <p:nvPr/>
        </p:nvSpPr>
        <p:spPr>
          <a:xfrm>
            <a:off x="3192200" y="4166827"/>
            <a:ext cx="242975" cy="15696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IBM Plex Sans Light" panose="020B0403050203000203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E30E826-3FF0-AB51-47E7-1A8DA6A0AFC9}"/>
              </a:ext>
            </a:extLst>
          </p:cNvPr>
          <p:cNvSpPr/>
          <p:nvPr/>
        </p:nvSpPr>
        <p:spPr>
          <a:xfrm>
            <a:off x="3192200" y="4693510"/>
            <a:ext cx="242975" cy="15696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IBM Plex Sans Light" panose="020B0403050203000203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AEEBD4F-34A6-FEC3-619D-3B6322582B7C}"/>
              </a:ext>
            </a:extLst>
          </p:cNvPr>
          <p:cNvSpPr/>
          <p:nvPr/>
        </p:nvSpPr>
        <p:spPr>
          <a:xfrm>
            <a:off x="3192200" y="5220191"/>
            <a:ext cx="242975" cy="15696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IBM Plex Sans Light" panose="020B0403050203000203" pitchFamily="34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A43F0DC-5111-EEC0-5310-F601F033E59F}"/>
              </a:ext>
            </a:extLst>
          </p:cNvPr>
          <p:cNvSpPr/>
          <p:nvPr/>
        </p:nvSpPr>
        <p:spPr>
          <a:xfrm>
            <a:off x="7583969" y="2060095"/>
            <a:ext cx="242975" cy="15696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IBM Plex Sans Light" panose="020B0403050203000203" pitchFamily="34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90D83F4-157C-ADE2-6757-98C5791749B6}"/>
              </a:ext>
            </a:extLst>
          </p:cNvPr>
          <p:cNvSpPr/>
          <p:nvPr/>
        </p:nvSpPr>
        <p:spPr>
          <a:xfrm>
            <a:off x="7583969" y="2586778"/>
            <a:ext cx="242975" cy="15696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IBM Plex Sans Light" panose="020B0403050203000203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08E6C70-3430-DB1C-DF1A-C49FD67D5F7F}"/>
              </a:ext>
            </a:extLst>
          </p:cNvPr>
          <p:cNvSpPr/>
          <p:nvPr/>
        </p:nvSpPr>
        <p:spPr>
          <a:xfrm>
            <a:off x="7583969" y="3113461"/>
            <a:ext cx="242975" cy="15696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IBM Plex Sans Light" panose="020B0403050203000203" pitchFamily="34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199B03E2-76B2-F65F-B2C7-BE21F3544727}"/>
              </a:ext>
            </a:extLst>
          </p:cNvPr>
          <p:cNvSpPr/>
          <p:nvPr/>
        </p:nvSpPr>
        <p:spPr>
          <a:xfrm>
            <a:off x="7583969" y="3640144"/>
            <a:ext cx="242975" cy="15696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IBM Plex Sans Light" panose="020B0403050203000203" pitchFamily="34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D082A83-849F-EE56-3151-F2F18C9AC9A3}"/>
              </a:ext>
            </a:extLst>
          </p:cNvPr>
          <p:cNvSpPr/>
          <p:nvPr/>
        </p:nvSpPr>
        <p:spPr>
          <a:xfrm>
            <a:off x="7583969" y="4166827"/>
            <a:ext cx="242975" cy="15696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IBM Plex Sans Light" panose="020B0403050203000203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DC29A3D-42B3-A30D-4013-A10213988307}"/>
              </a:ext>
            </a:extLst>
          </p:cNvPr>
          <p:cNvSpPr/>
          <p:nvPr/>
        </p:nvSpPr>
        <p:spPr>
          <a:xfrm>
            <a:off x="7583969" y="4693510"/>
            <a:ext cx="242975" cy="15696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IBM Plex Sans Light" panose="020B0403050203000203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0C8A4A3-E7D0-43AF-926A-7FED72089D81}"/>
              </a:ext>
            </a:extLst>
          </p:cNvPr>
          <p:cNvSpPr/>
          <p:nvPr/>
        </p:nvSpPr>
        <p:spPr>
          <a:xfrm>
            <a:off x="7583969" y="5220191"/>
            <a:ext cx="242975" cy="15696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IBM Plex Sans Light" panose="020B0403050203000203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E27470F-88DD-813B-9A14-A7CBFF6100B9}"/>
              </a:ext>
            </a:extLst>
          </p:cNvPr>
          <p:cNvSpPr txBox="1"/>
          <p:nvPr/>
        </p:nvSpPr>
        <p:spPr>
          <a:xfrm>
            <a:off x="4889539" y="3414194"/>
            <a:ext cx="960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IBM Plex Sans Light" panose="020B0403050203000203" pitchFamily="34" charset="0"/>
              </a:rPr>
              <a:t>Ideation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F06171F-5EE1-4C3E-7A6B-78016625EC3C}"/>
              </a:ext>
            </a:extLst>
          </p:cNvPr>
          <p:cNvSpPr txBox="1"/>
          <p:nvPr/>
        </p:nvSpPr>
        <p:spPr>
          <a:xfrm>
            <a:off x="4889539" y="3644094"/>
            <a:ext cx="960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IBM Plex Sans Light" panose="020B0403050203000203" pitchFamily="34" charset="0"/>
              </a:rPr>
              <a:t>Planning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BFBFC7A-D61D-CA72-B3D2-DBFDBD3AA474}"/>
              </a:ext>
            </a:extLst>
          </p:cNvPr>
          <p:cNvSpPr txBox="1"/>
          <p:nvPr/>
        </p:nvSpPr>
        <p:spPr>
          <a:xfrm>
            <a:off x="4889539" y="3873994"/>
            <a:ext cx="960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IBM Plex Sans Light" panose="020B0403050203000203" pitchFamily="34" charset="0"/>
              </a:rPr>
              <a:t>Tracking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30953AE-02F1-A83F-E448-3D65FC2DB00A}"/>
              </a:ext>
            </a:extLst>
          </p:cNvPr>
          <p:cNvSpPr txBox="1"/>
          <p:nvPr/>
        </p:nvSpPr>
        <p:spPr>
          <a:xfrm>
            <a:off x="5528126" y="3420268"/>
            <a:ext cx="12771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IBM Plex Sans Light" panose="020B0403050203000203" pitchFamily="34" charset="0"/>
              </a:rPr>
              <a:t>SLA Measurement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864A294-3A3C-BBFB-9708-ADF80FEE8AAC}"/>
              </a:ext>
            </a:extLst>
          </p:cNvPr>
          <p:cNvSpPr txBox="1"/>
          <p:nvPr/>
        </p:nvSpPr>
        <p:spPr>
          <a:xfrm>
            <a:off x="5526113" y="3644661"/>
            <a:ext cx="960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IBM Plex Sans Light" panose="020B0403050203000203" pitchFamily="34" charset="0"/>
              </a:rPr>
              <a:t>Notifications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7ADDC7B-D367-94A1-3E6B-6669CB0FCD6A}"/>
              </a:ext>
            </a:extLst>
          </p:cNvPr>
          <p:cNvSpPr txBox="1"/>
          <p:nvPr/>
        </p:nvSpPr>
        <p:spPr>
          <a:xfrm>
            <a:off x="5538805" y="3879659"/>
            <a:ext cx="1266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IBM Plex Sans Light" panose="020B0403050203000203" pitchFamily="34" charset="0"/>
              </a:rPr>
              <a:t>Task Management</a:t>
            </a:r>
          </a:p>
        </p:txBody>
      </p:sp>
      <p:pic>
        <p:nvPicPr>
          <p:cNvPr id="98" name="Picture 46">
            <a:extLst>
              <a:ext uri="{FF2B5EF4-FFF2-40B4-BE49-F238E27FC236}">
                <a16:creationId xmlns:a16="http://schemas.microsoft.com/office/drawing/2014/main" id="{30FF5383-82FF-72D3-14C6-2DB2D5B46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058" y="2505290"/>
            <a:ext cx="648483" cy="295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271AE4A9-283C-A7F1-3589-905E80CD7D34}"/>
              </a:ext>
            </a:extLst>
          </p:cNvPr>
          <p:cNvSpPr txBox="1"/>
          <p:nvPr/>
        </p:nvSpPr>
        <p:spPr>
          <a:xfrm>
            <a:off x="4762166" y="2557097"/>
            <a:ext cx="960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IBM Plex Sans Light" panose="020B0403050203000203" pitchFamily="34" charset="0"/>
              </a:rPr>
              <a:t>UI Interfaces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3021985-FB37-17F8-B662-8E25ACA2F3BA}"/>
              </a:ext>
            </a:extLst>
          </p:cNvPr>
          <p:cNvSpPr/>
          <p:nvPr/>
        </p:nvSpPr>
        <p:spPr>
          <a:xfrm>
            <a:off x="4984953" y="4373927"/>
            <a:ext cx="823223" cy="1152727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Rules</a:t>
            </a:r>
          </a:p>
        </p:txBody>
      </p:sp>
      <p:pic>
        <p:nvPicPr>
          <p:cNvPr id="108" name="Picture 72" descr="Development, policies, regulation, rule, rules, setting icon - Download on  Iconfinder">
            <a:extLst>
              <a:ext uri="{FF2B5EF4-FFF2-40B4-BE49-F238E27FC236}">
                <a16:creationId xmlns:a16="http://schemas.microsoft.com/office/drawing/2014/main" id="{7B609EA2-1E2A-7A6D-B470-A229DEC0D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4022" y="4774259"/>
            <a:ext cx="485031" cy="468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C8D0F39A-B20B-17F9-1B76-FD45D99BB7DD}"/>
              </a:ext>
            </a:extLst>
          </p:cNvPr>
          <p:cNvCxnSpPr>
            <a:cxnSpLocks/>
          </p:cNvCxnSpPr>
          <p:nvPr/>
        </p:nvCxnSpPr>
        <p:spPr>
          <a:xfrm>
            <a:off x="5393071" y="4144294"/>
            <a:ext cx="0" cy="25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8569B464-E597-E5D4-2700-E840D3D80643}"/>
              </a:ext>
            </a:extLst>
          </p:cNvPr>
          <p:cNvCxnSpPr>
            <a:cxnSpLocks/>
          </p:cNvCxnSpPr>
          <p:nvPr/>
        </p:nvCxnSpPr>
        <p:spPr>
          <a:xfrm>
            <a:off x="6879958" y="3609914"/>
            <a:ext cx="32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29E05095-58DB-62CB-51BC-7681082535D0}"/>
              </a:ext>
            </a:extLst>
          </p:cNvPr>
          <p:cNvCxnSpPr>
            <a:cxnSpLocks/>
          </p:cNvCxnSpPr>
          <p:nvPr/>
        </p:nvCxnSpPr>
        <p:spPr>
          <a:xfrm>
            <a:off x="3814273" y="3684002"/>
            <a:ext cx="25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9934600F-5FE3-A5E8-C2E6-3B6AF23BA823}"/>
              </a:ext>
            </a:extLst>
          </p:cNvPr>
          <p:cNvSpPr txBox="1"/>
          <p:nvPr/>
        </p:nvSpPr>
        <p:spPr>
          <a:xfrm>
            <a:off x="5932679" y="2409943"/>
            <a:ext cx="643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IBM Plex Sans Light" panose="020B0403050203000203" pitchFamily="34" charset="0"/>
              </a:rPr>
              <a:t>Caching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D81B13C3-F7AD-0A92-219B-9A5AEB4AF2F0}"/>
              </a:ext>
            </a:extLst>
          </p:cNvPr>
          <p:cNvSpPr/>
          <p:nvPr/>
        </p:nvSpPr>
        <p:spPr>
          <a:xfrm>
            <a:off x="5841522" y="2221380"/>
            <a:ext cx="1021631" cy="681547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Tools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A701A7F-360B-9CAA-E03A-71F20C32D64B}"/>
              </a:ext>
            </a:extLst>
          </p:cNvPr>
          <p:cNvSpPr txBox="1"/>
          <p:nvPr/>
        </p:nvSpPr>
        <p:spPr>
          <a:xfrm>
            <a:off x="5944657" y="2633189"/>
            <a:ext cx="9297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IBM Plex Sans Light" panose="020B0403050203000203" pitchFamily="34" charset="0"/>
              </a:rPr>
              <a:t>Compression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B92DB863-BA20-83D7-0122-DB30EB7F9F79}"/>
              </a:ext>
            </a:extLst>
          </p:cNvPr>
          <p:cNvCxnSpPr>
            <a:cxnSpLocks/>
          </p:cNvCxnSpPr>
          <p:nvPr/>
        </p:nvCxnSpPr>
        <p:spPr>
          <a:xfrm>
            <a:off x="6238199" y="2887488"/>
            <a:ext cx="0" cy="25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C9E18B24-A353-69C7-8380-85361E21AF12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5607933" y="2535311"/>
            <a:ext cx="216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ounded Rectangle 135">
            <a:extLst>
              <a:ext uri="{FF2B5EF4-FFF2-40B4-BE49-F238E27FC236}">
                <a16:creationId xmlns:a16="http://schemas.microsoft.com/office/drawing/2014/main" id="{2D3BE924-3400-28D1-10F9-F9FCD5C08B22}"/>
              </a:ext>
            </a:extLst>
          </p:cNvPr>
          <p:cNvSpPr/>
          <p:nvPr/>
        </p:nvSpPr>
        <p:spPr>
          <a:xfrm>
            <a:off x="1106878" y="3118300"/>
            <a:ext cx="1020150" cy="139702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IBM Plex Sans Light" panose="020B0403050203000203" pitchFamily="34" charset="0"/>
              </a:rPr>
              <a:t>Client Essential Platforms</a:t>
            </a:r>
          </a:p>
          <a:p>
            <a:pPr algn="ctr"/>
            <a:r>
              <a:rPr lang="en-US" sz="1200" dirty="0">
                <a:latin typeface="IBM Plex Sans Light" panose="020B0403050203000203" pitchFamily="34" charset="0"/>
              </a:rPr>
              <a:t>(External user/Provisioning)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7C41CD21-78BF-39ED-6FD2-80F3561DB336}"/>
              </a:ext>
            </a:extLst>
          </p:cNvPr>
          <p:cNvSpPr txBox="1"/>
          <p:nvPr/>
        </p:nvSpPr>
        <p:spPr>
          <a:xfrm>
            <a:off x="2224435" y="1937240"/>
            <a:ext cx="10201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IBM Plex Sans Light" panose="020B0403050203000203" pitchFamily="34" charset="0"/>
              </a:rPr>
              <a:t>Leverage AI services</a:t>
            </a:r>
          </a:p>
        </p:txBody>
      </p:sp>
    </p:spTree>
    <p:extLst>
      <p:ext uri="{BB962C8B-B14F-4D97-AF65-F5344CB8AC3E}">
        <p14:creationId xmlns:p14="http://schemas.microsoft.com/office/powerpoint/2010/main" val="161905952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</Words>
  <Application>Microsoft Macintosh PowerPoint</Application>
  <PresentationFormat>Widescreen</PresentationFormat>
  <Paragraphs>52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IBM Plex Sans</vt:lpstr>
      <vt:lpstr>IBM Plex Sans Light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Taj Shaik</dc:creator>
  <cp:lastModifiedBy>Taj Shaik</cp:lastModifiedBy>
  <cp:revision>2</cp:revision>
  <dcterms:created xsi:type="dcterms:W3CDTF">2025-07-08T06:52:42Z</dcterms:created>
  <dcterms:modified xsi:type="dcterms:W3CDTF">2025-07-08T07:00:09Z</dcterms:modified>
</cp:coreProperties>
</file>